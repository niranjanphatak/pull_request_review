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CodeGuard: AI-Powered Code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for Modern Software Development</a:t>
            </a:r>
          </a:p>
          <a:p>
            <a:r>
              <a:t>Presented by Team CodeGuard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CodeGuard is an advanced AI-driven code review system designed to enhance software quality and security across diverse platforms including GitHub, GitLab, and Bitbucket.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 include:</a:t>
            </a:r>
          </a:p>
          <a:p>
            <a:pPr lvl="1"/>
            <a:r>
              <a:t>• AI-Powered Security, Bug, and Style Analysis</a:t>
            </a:r>
          </a:p>
          <a:p>
            <a:pPr lvl="1"/>
            <a:r>
              <a:t>• Domain-Driven Design (DDD) Compliance Checks</a:t>
            </a:r>
          </a:p>
          <a:p>
            <a:pPr lvl="1"/>
            <a:r>
              <a:t>• Integration with GitHub/GitLab Webhooks</a:t>
            </a:r>
          </a:p>
          <a:p>
            <a:pPr lvl="1"/>
            <a:r>
              <a:t>• Interactive Analytics Dashboard with over 12 Charts</a:t>
            </a:r>
          </a:p>
          <a:p>
            <a:pPr lvl="1"/>
            <a:r>
              <a:t>• Real-Time Progress Tracking &amp; Persistent Historical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modern technologies:</a:t>
            </a:r>
          </a:p>
          <a:p>
            <a:pPr lvl="1"/>
            <a:r>
              <a:t>• Backend: Python (Flask, LangGraph, OpenAI SDK)</a:t>
            </a:r>
          </a:p>
          <a:p>
            <a:pPr lvl="1"/>
            <a:r>
              <a:t>• Frontend: HTML5, CSS3, JavaScript (Plotly.js)</a:t>
            </a:r>
          </a:p>
          <a:p>
            <a:pPr lvl="1"/>
            <a:r>
              <a:t>• Storage: MongoDB &amp; DynamoDB (Multi-backend support)</a:t>
            </a:r>
          </a:p>
          <a:p>
            <a:pPr lvl="1"/>
            <a:r>
              <a:t>• Infrastructure: Git, Boto3, Pymongo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Recent updates include:</a:t>
            </a:r>
          </a:p>
          <a:p>
            <a:pPr lvl="1"/>
            <a:r>
              <a:t>• Full DynamoDB support for all historical data</a:t>
            </a:r>
          </a:p>
          <a:p>
            <a:pPr lvl="1"/>
            <a:r>
              <a:t>• Advanced Prompt Management &amp; Versioning System</a:t>
            </a:r>
          </a:p>
          <a:p>
            <a:pPr lvl="1"/>
            <a:r>
              <a:t>• Frontend compatibility for multi-database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uses a modular architecture where the Flask server coordinates between the frontend UI, Git helpers, and autonomous AI agents powered by LangGraph to process and analyze code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CodeGuard empowers developers to deliver high-quality code faster by automating the complex review process, providing actionable insights, and maintaining a robust historical record of all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