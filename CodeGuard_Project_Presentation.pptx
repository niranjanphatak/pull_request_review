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Future of Autonomous Code Governance &amp; Architectural Compliance</a:t>
            </a:r>
          </a:p>
          <a:p/>
          <a:p>
            <a:r>
              <a:t>AI-Powered PR Reviews | Unified Security Audit | DDD Rigor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Modern PR Bottleneck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Rapid Scaling: Engineering teams outpace review capacity.</a:t>
            </a:r>
          </a:p>
          <a:p>
            <a:pPr/>
            <a:r>
              <a:t>Manual Inconsistency: Humans miss subtle bugs and performance leaks.</a:t>
            </a:r>
          </a:p>
          <a:p>
            <a:pPr/>
            <a:r>
              <a:t>Security Blindspots: Security audits often happen too late (post-commit).</a:t>
            </a:r>
          </a:p>
          <a:p>
            <a:pPr/>
            <a:r>
              <a:t>Architectural Drift: Codebase integrity degrades without constant oversight.</a:t>
            </a:r>
          </a:p>
          <a:p>
            <a:pPr/>
            <a:r>
              <a:t>Developer Fatigue: Senior devs spend 40%+ of their time reviewing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CodeGuard: 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Autonomous Code Governance: Moving from 'checking style' to 'enforcing integrity'.</a:t>
            </a:r>
          </a:p>
          <a:p>
            <a:pPr/>
            <a:r>
              <a:t>Agentic Architecture: Leverages LangGraph for multi-stage recursive reasoning.</a:t>
            </a:r>
          </a:p>
          <a:p>
            <a:pPr/>
            <a:r>
              <a:t>Deep Context: Analyzes diffs with a full understanding of repo history.</a:t>
            </a:r>
          </a:p>
          <a:p>
            <a:pPr/>
            <a:r>
              <a:t>Unified Dashboard: A single pane of glass for all quality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Six Audit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🏗️ Architecture Compliance: Enforcing SOLID, DRY, and modular boundaries.</a:t>
            </a:r>
          </a:p>
          <a:p>
            <a:pPr/>
            <a:r>
              <a:t>🛡️ Advanced Security Audit: Automated Offensive Security for OWASP Top 10.</a:t>
            </a:r>
          </a:p>
          <a:p>
            <a:pPr/>
            <a:r>
              <a:t>🐞 Bug Detection &amp; Correctness: Locating race conditions and logic flaws.</a:t>
            </a:r>
          </a:p>
          <a:p>
            <a:pPr/>
            <a:r>
              <a:t>✨ Quality &amp; Optimization: Refining style, readability, and best practices.</a:t>
            </a:r>
          </a:p>
          <a:p>
            <a:pPr/>
            <a:r>
              <a:t>🚀 Performance Guardrails: N+1 query detection and complexity analysis.</a:t>
            </a:r>
          </a:p>
          <a:p>
            <a:pPr/>
            <a:r>
              <a:t>🧪 Test Synthesis: Automated coverage gap analysis and test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Distinguished Architectural Oversight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AI Persona: Acts as a Principal System Architect.</a:t>
            </a:r>
          </a:p>
          <a:p>
            <a:pPr/>
            <a:r>
              <a:t>Layering Enforcement: Detects 'leaky abstractions' between Domain &amp; Infrastructure.</a:t>
            </a:r>
          </a:p>
          <a:p>
            <a:pPr/>
            <a:r>
              <a:t>DDD Rigor: Evaluates Entity/Aggregate integrity and Repository usage.</a:t>
            </a:r>
          </a:p>
          <a:p>
            <a:pPr/>
            <a:r>
              <a:t>Strategic Vision: Provides long-term recommendations for technical debt reduction.</a:t>
            </a:r>
          </a:p>
          <a:p>
            <a:pPr/>
            <a:r>
              <a:t>Quantitative Analysis: Generates 'DDD Integrity Scores'.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Security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Shield-First Mindset:</a:t>
            </a:r>
          </a:p>
          <a:p>
            <a:pPr lvl="1"/>
            <a:r>
              <a:t>Precise Vulnerability Mapping: Goes to the exact line of code.</a:t>
            </a:r>
          </a:p>
          <a:p>
            <a:pPr lvl="1"/>
            <a:r>
              <a:t>Remediation Scripts: Provides drop-in code fixes with security best practices.</a:t>
            </a:r>
          </a:p>
          <a:p>
            <a:pPr/>
            <a:r>
              <a:t>Scalability Checks:</a:t>
            </a:r>
          </a:p>
          <a:p>
            <a:pPr lvl="1"/>
            <a:r>
              <a:t>Algorithmic Efficiency: Audits O(n) complexity in real-time.</a:t>
            </a:r>
          </a:p>
          <a:p>
            <a:pPr lvl="1"/>
            <a:r>
              <a:t>Resource Integrity: Finds memory leaks and unclosed I/O handles.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Enterprise-Grade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Multi-DB Strategy: Seamless support for MongoDB and AWS DynamoDB.</a:t>
            </a:r>
          </a:p>
          <a:p>
            <a:pPr/>
            <a:r>
              <a:t>Prompt Version Control: Professional, version-tracked LLM templates.</a:t>
            </a:r>
          </a:p>
          <a:p>
            <a:pPr/>
            <a:r>
              <a:t>Token Orchestration: Advanced telemetry for AI cost management.</a:t>
            </a:r>
          </a:p>
          <a:p>
            <a:pPr/>
            <a:r>
              <a:t>Flexible Integration: Native support for GitLab MRs and GitHub PRs.</a:t>
            </a:r>
          </a:p>
          <a:p>
            <a:pPr/>
            <a:r>
              <a:t>Secure &amp; Private: Role-based access and data residency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Command Center (UX)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Premium Visuals: Glassmorphism design system with professional Dark Mode.</a:t>
            </a:r>
          </a:p>
          <a:p>
            <a:pPr/>
            <a:r>
              <a:t>Real-Time Telemetry: Live progress trackers for ongoing AI audits.</a:t>
            </a:r>
          </a:p>
          <a:p>
            <a:pPr/>
            <a:r>
              <a:t>Deep-Dive Browser: Detailed markdown reports with side-by-side code diffs.</a:t>
            </a:r>
          </a:p>
          <a:p>
            <a:pPr/>
            <a:r>
              <a:t>Impact Analytics: Trend tracking for total bugs caught and tokens saved.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Measurable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60% Reduction in Review Cycles: Faster deployment without quality sacrifice.</a:t>
            </a:r>
          </a:p>
          <a:p>
            <a:pPr/>
            <a:r>
              <a:t>100% Security Coverage: Every line of code audited before it merges.</a:t>
            </a:r>
          </a:p>
          <a:p>
            <a:pPr/>
            <a:r>
              <a:t>Cost Optimized: AI-powered reviews are ~90% cheaper than senior dev hours.</a:t>
            </a:r>
          </a:p>
          <a:p>
            <a:pPr/>
            <a:r>
              <a:t>Reduced Technical Debt: Architectural drift prevented at the source.</a:t>
            </a:r>
          </a:p>
          <a:p>
            <a:pPr/>
            <a:r>
              <a:t>Team Satisfaction: High-value devs focus on building, not nitpicking style.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CodeGuard: Protect Your Legacy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Standardize code quality across every team.</a:t>
            </a:r>
          </a:p>
          <a:p>
            <a:pPr/>
            <a:r>
              <a:t>Catch critical vulnerabilities before they reach production.</a:t>
            </a:r>
          </a:p>
          <a:p>
            <a:pPr/>
            <a:r>
              <a:t>Preserve system architecture for the next 10 years.</a:t>
            </a:r>
          </a:p>
          <a:p>
            <a:pPr/>
            <a:r>
              <a:t>The future of engineering is governed, secure, and autonomous.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